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22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5388" autoAdjust="0"/>
  </p:normalViewPr>
  <p:slideViewPr>
    <p:cSldViewPr snapToGrid="0">
      <p:cViewPr varScale="1">
        <p:scale>
          <a:sx n="95" d="100"/>
          <a:sy n="95" d="100"/>
        </p:scale>
        <p:origin x="67" y="168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882" y="14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D39CCB62-B41B-43E2-AF69-37C6C3AA2A59}" type="datetime1">
              <a:rPr lang="ru-RU" smtClean="0"/>
              <a:t>25.11.2025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00AC623C-86E0-4A85-83FB-F4A716956FD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01FECD02-157A-4A16-9860-7FB311FE85A2}" type="datetime1">
              <a:rPr lang="ru-RU" smtClean="0"/>
              <a:t>25.11.2025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C37D7554-D10C-4E29-B8E6-BB7111FA614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7D7554-D10C-4E29-B8E6-BB7111FA614F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2342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rtlCol="0" anchor="b">
            <a:normAutofit/>
          </a:bodyPr>
          <a:lstStyle>
            <a:lvl1pPr>
              <a:defRPr lang="ru-RU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" name="Объект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rtlCol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рисунок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rtlCol="0" anchor="b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подзаголовок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rtlCol="0" anchor="b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Текст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lang="ru-RU"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" name="Объект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rtlCol="0" anchor="b"/>
          <a:lstStyle>
            <a:lvl1pPr algn="ctr"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9" name="Текст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ru-RU"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объекта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" name="Объект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ru-RU"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ru-RU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объекта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Объект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ru-RU"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lang="ru-RU"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lang="ru-RU"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lang="ru-RU"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ru-RU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рисунок и содержимое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2" name="Объект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ru-RU"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таблица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Объект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ru-RU"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4" name="Заполнитель таблицы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 rtlCol="0">
            <a:normAutofit/>
          </a:bodyPr>
          <a:lstStyle>
            <a:lvl1pPr>
              <a:defRPr lang="ru-RU" sz="2000"/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объекта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 rtlCol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ru-RU" sz="2000"/>
            </a:lvl1pPr>
            <a:lvl2pPr>
              <a:lnSpc>
                <a:spcPct val="100000"/>
              </a:lnSpc>
              <a:spcAft>
                <a:spcPts val="600"/>
              </a:spcAft>
              <a:defRPr lang="ru-RU"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lang="ru-RU" sz="2000"/>
            </a:lvl3pPr>
            <a:lvl4pPr>
              <a:lnSpc>
                <a:spcPct val="100000"/>
              </a:lnSpc>
              <a:spcAft>
                <a:spcPts val="1200"/>
              </a:spcAft>
              <a:defRPr lang="ru-RU" sz="2000"/>
            </a:lvl4pPr>
            <a:lvl5pPr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1" name="Объект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ru-RU"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lang="ru-RU" sz="2000"/>
            </a:lvl2pPr>
            <a:lvl3pPr marL="1257300" indent="-342900">
              <a:buFont typeface="Arial" panose="020B0604020202020204" pitchFamily="34" charset="0"/>
              <a:buChar char="•"/>
              <a:defRPr lang="ru-RU" sz="2000"/>
            </a:lvl3pPr>
            <a:lvl4pPr marL="1714500" indent="-342900">
              <a:buFont typeface="Arial" panose="020B0604020202020204" pitchFamily="34" charset="0"/>
              <a:buChar char="•"/>
              <a:defRPr lang="ru-RU" sz="2000"/>
            </a:lvl4pPr>
            <a:lvl5pPr marL="2171700" indent="-342900"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таблица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Заполнитель таблицы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 rtlCol="0">
            <a:normAutofit/>
          </a:bodyPr>
          <a:lstStyle>
            <a:lvl1pPr>
              <a:defRPr lang="ru-RU" sz="2400"/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rtlCol="0" anchor="b">
            <a:normAutofit/>
          </a:bodyPr>
          <a:lstStyle>
            <a:lvl1pPr>
              <a:defRPr lang="ru-RU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ru-RU"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9968006" cy="5253089"/>
          </a:xfrm>
        </p:spPr>
        <p:txBody>
          <a:bodyPr rtlCol="0" anchor="ctr"/>
          <a:lstStyle>
            <a:defPPr>
              <a:defRPr lang="ru-RU"/>
            </a:defPPr>
          </a:lstStyle>
          <a:p>
            <a:pPr algn="ctr" rtl="0">
              <a:lnSpc>
                <a:spcPct val="100000"/>
              </a:lnSpc>
            </a:pPr>
            <a:r>
              <a:rPr lang="ru-RU" dirty="0"/>
              <a:t>Презентация по теме</a:t>
            </a:r>
            <a:r>
              <a:rPr lang="en-US" dirty="0"/>
              <a:t> “</a:t>
            </a:r>
            <a:r>
              <a:rPr lang="ru-RU" dirty="0"/>
              <a:t>Приложение для подсчёта калорий</a:t>
            </a:r>
            <a:r>
              <a:rPr lang="en-US" dirty="0"/>
              <a:t>”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A1AA7C-EAF9-4EBA-29CA-6547EEA43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1560333" cy="5407091"/>
          </a:xfrm>
        </p:spPr>
        <p:txBody>
          <a:bodyPr/>
          <a:lstStyle/>
          <a:p>
            <a:r>
              <a:rPr lang="ru-RU" dirty="0"/>
              <a:t>Цель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19CBA0-D052-C85B-EFA3-CCC2ACD0FEA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951748" y="737115"/>
            <a:ext cx="7886426" cy="540709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Создать приложение для подсчёта калорий, с возможностью сохранения продуктов и приёмов пищи. Также имеется отображение калорий, съеденных за день.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1F6A26C-8F04-BDCE-25D5-CEDF2BA728C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rtl="0"/>
            <a:fld id="{18D65601-5AE2-46FC-B138-694DDD2B510D}" type="slidenum">
              <a:rPr lang="ru-RU" smtClean="0"/>
              <a:pPr rtl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6012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B0C1D-3E29-4545-600A-FCE3FC4DC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1945343" cy="5407091"/>
          </a:xfrm>
        </p:spPr>
        <p:txBody>
          <a:bodyPr/>
          <a:lstStyle/>
          <a:p>
            <a:r>
              <a:rPr lang="ru-RU" dirty="0"/>
              <a:t>Задачи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22B77A-9CE3-1899-FF73-6190089BC3B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400926" y="737115"/>
            <a:ext cx="7437247" cy="5407091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Найти информацию по данной теме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Изучить аналогичные приложения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Разработать базу данных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Разработать интерфейс приложения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2ECFAD0-7397-5CF5-6020-6FA2A28217B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rtl="0"/>
            <a:fld id="{18D65601-5AE2-46FC-B138-694DDD2B510D}" type="slidenum">
              <a:rPr lang="ru-RU" smtClean="0"/>
              <a:pPr rtl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0681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6954D-A5EA-A4F1-F8BC-18D8B15C4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3060270" cy="5407091"/>
          </a:xfrm>
        </p:spPr>
        <p:txBody>
          <a:bodyPr/>
          <a:lstStyle/>
          <a:p>
            <a:r>
              <a:rPr lang="ru-RU" dirty="0"/>
              <a:t>Функционал приложения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F589A1-E051-147F-3BB8-F3244A7B4A9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15853" y="737115"/>
            <a:ext cx="6322320" cy="5407091"/>
          </a:xfrm>
        </p:spPr>
        <p:txBody>
          <a:bodyPr/>
          <a:lstStyle/>
          <a:p>
            <a:r>
              <a:rPr lang="ru-RU" dirty="0"/>
              <a:t>Подсчёт количества калорий за день</a:t>
            </a:r>
          </a:p>
          <a:p>
            <a:r>
              <a:rPr lang="ru-RU" dirty="0"/>
              <a:t>Добавление продуктов в </a:t>
            </a:r>
            <a:r>
              <a:rPr lang="ru-RU" dirty="0" err="1"/>
              <a:t>бд</a:t>
            </a:r>
            <a:endParaRPr lang="ru-RU" dirty="0"/>
          </a:p>
          <a:p>
            <a:r>
              <a:rPr lang="ru-RU" dirty="0"/>
              <a:t>Добавление приёмов пищи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9FA5C4-3DB5-8580-7FC5-00BC41ED22C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rtl="0"/>
            <a:fld id="{18D65601-5AE2-46FC-B138-694DDD2B510D}" type="slidenum">
              <a:rPr lang="ru-RU" smtClean="0"/>
              <a:pPr rtl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1928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DA86B6-6396-CF9A-5B8B-B1D16F792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2923912" cy="5407091"/>
          </a:xfrm>
        </p:spPr>
        <p:txBody>
          <a:bodyPr/>
          <a:lstStyle/>
          <a:p>
            <a:r>
              <a:rPr lang="ru-RU" dirty="0"/>
              <a:t>Библиотеки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DA9BAD-5338-3A96-1BC7-927F02A199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79495" y="737115"/>
            <a:ext cx="6458678" cy="5407091"/>
          </a:xfrm>
        </p:spPr>
        <p:txBody>
          <a:bodyPr/>
          <a:lstStyle/>
          <a:p>
            <a:r>
              <a:rPr lang="en-US" dirty="0"/>
              <a:t>PyQt6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A0257F-7300-5007-32CD-5E4FEE242F9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rtl="0"/>
            <a:fld id="{18D65601-5AE2-46FC-B138-694DDD2B510D}" type="slidenum">
              <a:rPr lang="ru-RU" smtClean="0"/>
              <a:pPr rtl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5705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DE77DF-1080-E526-06C5-DA2A4E9B8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2723385" cy="5407091"/>
          </a:xfrm>
        </p:spPr>
        <p:txBody>
          <a:bodyPr/>
          <a:lstStyle/>
          <a:p>
            <a:r>
              <a:rPr lang="ru-RU" dirty="0"/>
              <a:t>Интерфейс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94BB7184-E25A-4D93-E3FB-62D3402A5BE8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4253432" y="0"/>
            <a:ext cx="3871112" cy="3312357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79B8B8-92F0-4582-3D27-7F899F8171F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rtl="0"/>
            <a:fld id="{18D65601-5AE2-46FC-B138-694DDD2B510D}" type="slidenum">
              <a:rPr lang="ru-RU" smtClean="0"/>
              <a:pPr rtl="0"/>
              <a:t>6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0DAD4B0-03FD-37B3-19F4-556E9FADF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544" y="3369180"/>
            <a:ext cx="3874764" cy="331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358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2DF37-2C2B-76FF-0AF8-42F9646E0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2835680" cy="5407091"/>
          </a:xfrm>
        </p:spPr>
        <p:txBody>
          <a:bodyPr/>
          <a:lstStyle/>
          <a:p>
            <a:r>
              <a:rPr lang="ru-RU" dirty="0"/>
              <a:t>Описание интерфейса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B650C6-51DC-EF9A-1543-4120E9E1DAF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65727" y="737115"/>
            <a:ext cx="6935936" cy="5407091"/>
          </a:xfrm>
        </p:spPr>
        <p:txBody>
          <a:bodyPr/>
          <a:lstStyle/>
          <a:p>
            <a:r>
              <a:rPr lang="ru-RU" dirty="0"/>
              <a:t>Меню</a:t>
            </a:r>
            <a:r>
              <a:rPr lang="en-US" dirty="0"/>
              <a:t>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	5 кнопок переключения между страницами</a:t>
            </a:r>
            <a:endParaRPr lang="en-US" dirty="0"/>
          </a:p>
          <a:p>
            <a:r>
              <a:rPr lang="ru-RU" dirty="0"/>
              <a:t>Главное страница</a:t>
            </a:r>
            <a:r>
              <a:rPr lang="en-US" dirty="0"/>
              <a:t>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	Картинка</a:t>
            </a:r>
          </a:p>
          <a:p>
            <a:pPr marL="0" indent="0">
              <a:buNone/>
            </a:pPr>
            <a:r>
              <a:rPr lang="ru-RU" dirty="0"/>
              <a:t>	Количество съеденных калорий</a:t>
            </a:r>
            <a:endParaRPr lang="en-US" dirty="0"/>
          </a:p>
          <a:p>
            <a:r>
              <a:rPr lang="ru-RU" dirty="0"/>
              <a:t>Страницы </a:t>
            </a:r>
            <a:r>
              <a:rPr lang="en-US" dirty="0"/>
              <a:t>“</a:t>
            </a:r>
            <a:r>
              <a:rPr lang="ru-RU" dirty="0"/>
              <a:t>Продукты</a:t>
            </a:r>
            <a:r>
              <a:rPr lang="en-US" dirty="0"/>
              <a:t>”</a:t>
            </a:r>
            <a:r>
              <a:rPr lang="ru-RU" dirty="0"/>
              <a:t> и </a:t>
            </a:r>
            <a:r>
              <a:rPr lang="en-US" dirty="0"/>
              <a:t>”</a:t>
            </a:r>
            <a:r>
              <a:rPr lang="ru-RU" dirty="0"/>
              <a:t>История</a:t>
            </a:r>
            <a:r>
              <a:rPr lang="en-US" dirty="0"/>
              <a:t>”: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	Отображение таблиц продуктов и приёмов пищи</a:t>
            </a:r>
            <a:endParaRPr lang="en-US" dirty="0"/>
          </a:p>
          <a:p>
            <a:r>
              <a:rPr lang="ru-RU" dirty="0"/>
              <a:t>Страницы добавления</a:t>
            </a:r>
            <a:r>
              <a:rPr lang="en-US" dirty="0"/>
              <a:t>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	Строки заполнения данных</a:t>
            </a:r>
          </a:p>
          <a:p>
            <a:pPr marL="0" indent="0">
              <a:buNone/>
            </a:pPr>
            <a:r>
              <a:rPr lang="ru-RU" dirty="0"/>
              <a:t>	Кнопка добавления продуктов в </a:t>
            </a:r>
            <a:r>
              <a:rPr lang="ru-RU" dirty="0" err="1"/>
              <a:t>бд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01EE91-8373-A289-9C0F-0C4E8EB565F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rtl="0"/>
            <a:fld id="{18D65601-5AE2-46FC-B138-694DDD2B510D}" type="slidenum">
              <a:rPr lang="ru-RU" smtClean="0"/>
              <a:pPr rtl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7360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FBDD2C-7F1C-072D-20BD-0FD1EC01E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6" cy="5407091"/>
          </a:xfrm>
        </p:spPr>
        <p:txBody>
          <a:bodyPr/>
          <a:lstStyle/>
          <a:p>
            <a:r>
              <a:rPr lang="ru-RU" dirty="0"/>
              <a:t>Основные моменты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B833B1-B8C0-A880-DD0B-B2337C02710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95999" y="737115"/>
            <a:ext cx="4908885" cy="5407091"/>
          </a:xfrm>
        </p:spPr>
        <p:txBody>
          <a:bodyPr/>
          <a:lstStyle/>
          <a:p>
            <a:r>
              <a:rPr lang="ru-RU" dirty="0"/>
              <a:t>При запуске открывается главное окно, в котором происходят все действия.</a:t>
            </a:r>
          </a:p>
          <a:p>
            <a:r>
              <a:rPr lang="ru-RU" dirty="0"/>
              <a:t>При добавлении продуктов, после нажатия кнопки, читаются данные из строк, после чего передаётся запрос в </a:t>
            </a:r>
            <a:r>
              <a:rPr lang="en-US" dirty="0"/>
              <a:t>SQL</a:t>
            </a:r>
          </a:p>
          <a:p>
            <a:r>
              <a:rPr lang="ru-RU" dirty="0"/>
              <a:t>Данные </a:t>
            </a:r>
            <a:r>
              <a:rPr lang="en-US" dirty="0"/>
              <a:t>SQL </a:t>
            </a:r>
            <a:r>
              <a:rPr lang="ru-RU" dirty="0"/>
              <a:t>отображаются при помощи </a:t>
            </a:r>
            <a:r>
              <a:rPr lang="en-US" dirty="0" err="1"/>
              <a:t>QTableView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F5B68B-EAFA-6C92-4E47-70366C2AB8D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rtl="0"/>
            <a:fld id="{18D65601-5AE2-46FC-B138-694DDD2B510D}" type="slidenum">
              <a:rPr lang="ru-RU" smtClean="0"/>
              <a:pPr rtl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129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167502D-80B2-501A-7827-BC86B721D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A792FFC-C3D8-259D-883C-10E5E2BAED6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ru-RU" dirty="0"/>
              <a:t>Выполнил</a:t>
            </a:r>
            <a:r>
              <a:rPr lang="en-US" dirty="0"/>
              <a:t>:</a:t>
            </a:r>
            <a:r>
              <a:rPr lang="ru-RU" dirty="0"/>
              <a:t> Никаноров Артемий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A4280C-FDDB-356B-D5D9-88AD0230482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5943600"/>
            <a:ext cx="968375" cy="652463"/>
          </a:xfrm>
        </p:spPr>
        <p:txBody>
          <a:bodyPr/>
          <a:lstStyle/>
          <a:p>
            <a:pPr rtl="0"/>
            <a:fld id="{18D65601-5AE2-46FC-B138-694DDD2B510D}" type="slidenum">
              <a:rPr lang="ru-RU" smtClean="0"/>
              <a:pPr rtl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327171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72938359_TF78544816_Win32" id="{08C24B57-BF3C-4B8F-BD55-8BE3AAC8BEA8}" vid="{F9437CE3-892B-40E9-8EE4-1014FD9F69C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Современная презентация для конференции</Template>
  <TotalTime>42</TotalTime>
  <Words>175</Words>
  <Application>Microsoft Office PowerPoint</Application>
  <PresentationFormat>Широкоэкранный</PresentationFormat>
  <Paragraphs>41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Tisa Offc Serif Pro</vt:lpstr>
      <vt:lpstr>Univers Light</vt:lpstr>
      <vt:lpstr>Пользовательская</vt:lpstr>
      <vt:lpstr>Презентация по теме “Приложение для подсчёта калорий”</vt:lpstr>
      <vt:lpstr>Цель:</vt:lpstr>
      <vt:lpstr>Задачи:</vt:lpstr>
      <vt:lpstr>Функционал приложения:</vt:lpstr>
      <vt:lpstr>Библиотеки:</vt:lpstr>
      <vt:lpstr>Интерфейс:</vt:lpstr>
      <vt:lpstr>Описание интерфейса:</vt:lpstr>
      <vt:lpstr>Основные моменты: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Артём Никаноров</dc:creator>
  <cp:lastModifiedBy>Артём Никаноров</cp:lastModifiedBy>
  <cp:revision>1</cp:revision>
  <dcterms:created xsi:type="dcterms:W3CDTF">2025-11-25T10:37:04Z</dcterms:created>
  <dcterms:modified xsi:type="dcterms:W3CDTF">2025-11-25T11:19:27Z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